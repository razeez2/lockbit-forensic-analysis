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772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LockBit 3.0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Forensic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how it worked, and how we stopped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310128"/>
            <a:ext cx="566928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375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 dataset: Splunk Attack Range — LockBit Sysmon Logs (Jan 16, 2023)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526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CYB102 Capstone  |  Kiyali Ross · Tomiwa Olanrewaju · Joseph McLeod · Raabiah Azeez · Zilong 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93192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real LockBit 3.0 Windows event logs from a Jan 2023 attack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2860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a modified FRSECURE incident response playbook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303580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Splunk, Catalyst, YARA, and VirusTotal to investigate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78561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everything as Case IR-2023-001 in Catalyst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1148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0789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 Goals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536192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7099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09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15910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Attack Timeline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3792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step the attackers took, in order, with exact timestamps.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2542032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2715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93792" y="259689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Incident Response Playbook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93792" y="3017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Contain, investigate, and clean up following a real security playbook.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3547872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3721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3792" y="360273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Evidence &amp; Give Advice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malware fingerprints (IOCs) and recommend how to prevent future attacks.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We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160520" cy="47548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058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Splunk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Analysis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loaded all the Windows event logs into Splunk to search through them and build a timeline of the attack.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005840"/>
            <a:ext cx="416052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005840"/>
            <a:ext cx="416052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Catalyst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Tracker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Catalyst to log every finding, track our tasks, and keep a running timeline. Our case is numbered IR-2023-001.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416052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99232"/>
            <a:ext cx="4160520" cy="47548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999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YARA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Detection Rules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" y="386791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 YARA rule that can automatically spot this ransomware in the future. We tested it against a real live sample.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2312" y="2999232"/>
            <a:ext cx="416052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2999232"/>
            <a:ext cx="4160520" cy="47548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99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VirusTotal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Confirmation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6791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uploaded the 4 suspicious files to VirusTotal, which confirmed all of them were 100% malicious.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Incident Response Playbook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an existing security playbook and modified it to fit our attack scenario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3192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393192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Original: FRSECURE Playbook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enterprise security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7627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ransomware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2491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detection, containment, and recovery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27355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assumptions about what data you have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82219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our starting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70832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828032" y="1051560"/>
            <a:ext cx="3904488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051560"/>
            <a:ext cx="3904488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51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Our Modified Playbook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 IOCs continuously — not just once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7627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update and re-deploy YARA rules after each finding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2491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lessons learned after every cycle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catch new LockBit versions automatically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82219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plan: automate rule deployment to all computers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Attack: 6 Steps in 11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16, 2023  |  All times in UTC  |  Source: Windows Sysmon logs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167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6424" y="1170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11:36  ·  win-host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" y="1435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6424" y="17190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scanned the system to learn what they were dealing with.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9689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96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450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11:38  ·  win-host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" y="2715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Themselves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" y="299923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malware disguised as a trusted Splunk monitoring tool.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770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77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6424" y="3730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 ·  win-host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" y="3995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Weapons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6424" y="42793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7-Zip to unpack 20+ malicious files into a hidden temp folder.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11556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13167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3167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86984" y="1170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·  win-dc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6984" y="1435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Encrypting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86984" y="17190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ConfirmEmail.exe on the main server — encryption started immediately.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39572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59689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596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86984" y="2450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·  win-dc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86984" y="2715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Ransom Notes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86984" y="299923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 ransom note files appeared across the network in under 1 second.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675888"/>
            <a:ext cx="4224528" cy="1170432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8770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877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86984" y="3730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·  win-dc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86984" y="3995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Their Tracks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86984" y="42793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301 Windows recovery keys so the files couldn't be restored.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1–2: Look Around &amp; Hide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win-host  ·  11:36–11:38 UTC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77640" cy="1298448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at 11:36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attackers probed the system's memory to figure out what software was running and what they could target.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450592"/>
            <a:ext cx="3977640" cy="129844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at 11:38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program called </a:t>
            </a:r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splunk-MonitorNoHandle.exe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launched. Its name looks almost identical to a real, trusted tool — so security software ignored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840480"/>
            <a:ext cx="3977640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904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masquerading — naming malware after a real program so it blends in. It's a common first move in ransomware attacks.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1051560"/>
            <a:ext cx="4206240" cy="379476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051560"/>
            <a:ext cx="4206240" cy="4572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051560"/>
            <a:ext cx="3986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The Disguise Trick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Splunk tool: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6008" y="1920240"/>
            <a:ext cx="3931920" cy="475488"/>
          </a:xfrm>
          <a:prstGeom prst="rect">
            <a:avLst/>
          </a:prstGeom>
          <a:solidFill>
            <a:srgbClr val="163020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920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SplunkUniversalForwarder\bin\splunk.exe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6008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malware name used: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36008" y="2788920"/>
            <a:ext cx="3931920" cy="475488"/>
          </a:xfrm>
          <a:prstGeom prst="rect">
            <a:avLst/>
          </a:prstGeom>
          <a:solidFill>
            <a:srgbClr val="30161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7889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splunk-MonitorNoHandle.exe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36008" y="34015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look almost the same — that's intentional. Security tools saw it as a Splunk process and let it run.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6008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as:  NT AUTHORITY\SYSTEM  (full admin access)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Dropping the Weapons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win-host  ·  11:45 UTC  —  7-Zip unpacked a hidden archive into C:\Temp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77640" cy="379476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3977640" cy="4572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the attackers did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6276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64592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7-Zip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1901952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normal 7-Zip app — already on the system — to unzip a secret malware package.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404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242316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files dropped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" y="2679192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archive were over 20 malicious files including the main ransomware, decoy programs, and helper scripts.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1821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320040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Splunk logs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3456432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files were written into Splunk's folders to hide the infection and make the logs look normal.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" y="395935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959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397764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strike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" y="4233672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were now in place. The attack was just seconds away from launching.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10241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the malware dropped onto the system: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25880"/>
            <a:ext cx="4224528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4–5: Encrypt &amp; Demand Ransom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win-dc  ·  11:47:23 UTC  —  Encryption launched on the main server in seconds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ConfirmEmail.exe runs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ransomware file launches on the domain controller. This is the moment all encryption begins.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051560"/>
            <a:ext cx="274320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115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749 ransom notes appear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0712" y="16276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second, the attacker's README files land in every folder across the network asking for payment.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051560"/>
            <a:ext cx="274320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1115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Files get locked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504" y="16276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databases, and archives are encrypted. Without the key, they're unreadable.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below is the actual evidence — it shows ConfirmEmail.exe creating ransom notes in real time: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044952"/>
            <a:ext cx="5943600" cy="18288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92240" y="3044952"/>
            <a:ext cx="22860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31272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 in this log: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01968" y="35204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EventID 11
</a:t>
            </a:r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creation event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01968" y="384048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Image: C:\Temp\ConfirmEmail.exe
</a:t>
            </a:r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ransomware running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01968" y="41605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TargetFilename: ...README.txt
</a:t>
            </a:r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ransom note being created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01968" y="44805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Timestamp: 11:47:51
</a:t>
            </a:r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1 second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6: Covering Their Tracks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win-dc  ·  11:47:32–51 UTC  —  301 Windows recovery settings deleted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155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11:47:32 and 11:47:51, the malware quietly deleted hundreds of Windows settings that allow encrypted files to be restored automatically.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05156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1155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301 Things Deleted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536192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Windows Restart Manager registry keys — the system's built-in recovery tool. Without them, Windows cannot automatically restore the encrypted files after a reboot.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05156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1155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Why they did this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1536192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Stop Windows from recovering the files on its 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Make it harder for security teams to find out what happened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8321040" cy="1783080"/>
          </a:xfrm>
          <a:prstGeom prst="rect">
            <a:avLst/>
          </a:prstGeom>
          <a:solidFill>
            <a:srgbClr val="1622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90672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Windows Registry Logs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401568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logs show ConfirmEmail.exe rapidly firing 301 delete operations against registry keys at: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3721608"/>
            <a:ext cx="80924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21608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HKCU\S-1-5-21-...\SOFTWARE\Microsoft\RestartManager\Session0000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25196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12 (value deleted)  ·  ProcessID 3676  ·  Image: C:\Temp\ConfirmEmail.exe  ·  301 events total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Intelligence &amp; Evidence (IOCs)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= Indicator of Compromise — a unique fingerprint left by the malware, confirmed via VirusTotal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993392" cy="102412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notes created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115568"/>
            <a:ext cx="1993392" cy="102412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170432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78608" y="16916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keys deleted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5736" y="1115568"/>
            <a:ext cx="1993392" cy="102412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170432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45736" y="16916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files confirmed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1115568"/>
            <a:ext cx="1993392" cy="102412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170432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12864" y="16916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attack time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12848"/>
          <a:ext cx="8321040" cy="269748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2286000"/>
                <a:gridCol w="246888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Confirmed by VirusTotal 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SHA256 (shortened)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ConfirmEmail.exe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Main ransomware file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LockBit 3.0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068CA3E9...1D3FFD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cipher.sh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Encryption helper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Cryptodropper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8B6B5BEB...6D55C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anubis.sh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Trojan script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Trojan shell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FC1BB578...C856E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8082-x86.py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Python malware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Trojan.Python/Rozena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89E93E9C...D935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Response: What We Did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 across 3 phases, following our modified FRSECURE playbook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27432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Steps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Contain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2084832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 the attack through unusual activity in the Sysmon logs on Splunk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743200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2 affected computers and the network segments involved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3401568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cut both computers off from the network to stop the spread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115568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115568"/>
            <a:ext cx="2743200" cy="4572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15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Steps 4–6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&amp; Remove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084832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full forensic analysis of all logs and pulled out all malware fingerprints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2743200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malware was LockBit 3.0 using VirusTotal and our YARA 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7288" y="3401568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the malware and rebuilt both infected systems from clean backups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115568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115568"/>
            <a:ext cx="2743200" cy="4572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115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Steps 7–10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3368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&amp; Prevent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2084832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no reinfection — all data was fully recovered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73368" y="2743200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lessons-learned document for future incidents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73368" y="3401568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firewall and detection rules with the new malware fingerprints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3368" y="4059936"/>
            <a:ext cx="25237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continuous monitoring to catch LockBit activity going forward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1B3A5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Medium-High  ·  2 hosts affected, no spread to rest of network  ·  Case IR-2023-001 documented in Catalyst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YARA Detection Rule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YARA rule is like a fingerprint scanner for malware — we built one specifically for LockBit 3.0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074920" cy="3767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051560"/>
            <a:ext cx="3108960" cy="3767328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23560" y="1051560"/>
            <a:ext cx="3108960" cy="43891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33288" y="1051560"/>
            <a:ext cx="2889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Rule Does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33288" y="1600200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Fingerprints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33288" y="1874520"/>
            <a:ext cx="2889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looks for 3 unique code patterns found only in LockBit 3.0 samples.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33288" y="2377440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Check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33288" y="2651760"/>
            <a:ext cx="2889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checks if the file looks scrambled/packed — a common trick ransomware uses to hide.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33288" y="3154680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33288" y="3429000"/>
            <a:ext cx="2889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this rule against a real LockBit sample — it detected it correctly every time.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33288" y="3931920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Now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33288" y="4206240"/>
            <a:ext cx="2889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 can be loaded into any IDS, EDR, or firewall to automatically block new infections.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Stay Safe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any organization can do right now to reduce ransomware risk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5740" y="1005840"/>
            <a:ext cx="274320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5820" y="115214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Backup Rule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3 copies of your data, on 2 different storage types, with 1 kept completely offline. Ransomware can only encrypt what it can reach.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1005840"/>
            <a:ext cx="274320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🎣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17620" y="115214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8980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ransomware gets in through fake emails. Train your team to spot suspicious links and attachments — never click without checking.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9340" y="1005840"/>
            <a:ext cx="274320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93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89420" y="115214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Detection Rules Fresh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780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your antivirus, YARA rules, and firewall signatures. Our custom LockBit rule can now catch this ransomware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2999232"/>
            <a:ext cx="274320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108960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331720" y="314553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Your Network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59359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network into separate zones. If ransomware hits one area, it can't jump to others — this attack only hit 2 hosts for this reason.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99232"/>
            <a:ext cx="2743200" cy="1874520"/>
          </a:xfrm>
          <a:prstGeom prst="rect">
            <a:avLst/>
          </a:prstGeom>
          <a:solidFill>
            <a:srgbClr val="162232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08960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314553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Permissions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59359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give users or programs more access than they need. If an attacker gets in, they'll have less to work with.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65836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069848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LockBit went from breaking in to fully encrypting files in under 11 minutes. Speed is the attacker's biggest weapon.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65836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1874520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disguise malware as real programs. A process name that looks familiar doesn't mean it's safe.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15184"/>
            <a:ext cx="658368" cy="71323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2679192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logs gave us the full picture — without detailed logging, we would have had no idea what happened.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19856"/>
            <a:ext cx="658368" cy="71323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985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483864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updated playbook's continuous loop — find IOCs, update YARA, deploy, repeat — is stronger than a one-time response.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224528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224528"/>
            <a:ext cx="658368" cy="71323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2452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4288536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good logging, a clear playbook, and offline backups, ransomware attacks can be fully recovered from.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9194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is fast — but so is a prepared team.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2026-04-29T03:04:11Z</dcterms:created>
  <dcterms:modified xsi:type="dcterms:W3CDTF">2026-04-29T03:04:11Z</dcterms:modified>
</cp:coreProperties>
</file>