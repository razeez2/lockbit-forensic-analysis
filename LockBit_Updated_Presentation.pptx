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7724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LockBit 3.0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178308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Forensic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2743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how it worked, and how we responded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383280"/>
            <a:ext cx="5029200" cy="50292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10712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Dataset: Splunk Attack Range — LockBit Ransomware Sysmon Logs  (2023-01-16)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CYB102 Capstone  |  Kiyali Ross · Tomiwa Olanrewaju · Joseph McLeod · Raabiah Azeez · Zilong 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 &amp; Hypotheses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931920" cy="361188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real LockBit 3.0 Sysmon event logs from Splunk's attack_range dataset (Jan 16, 2023)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a modified FRSECURE Ransomware Response Playbook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3580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Splunk, Catalyst, YARA, and VirusTotal to investigate and validate findings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6732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the full incident in Catalyst as Case Record IR-2023-001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4114800" cy="361188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→ Findings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81728" y="1572768"/>
            <a:ext cx="39319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6184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Find LockBit infection signatures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2075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 via Sysmon logs &amp; VirusTotal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1728" y="2578608"/>
            <a:ext cx="39319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624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Extract malware file hashes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 malicious files — MD5 &amp; SHA256 confirmed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3584448"/>
            <a:ext cx="39319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630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Identify infected machine names &amp; IPs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4087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 hosts: win-host (10.1.0.15) &amp; win-dc (10.1.0.14)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We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160520" cy="47548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058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Splunk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Analysis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85623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the Windows Sysmon event logs (XmlWinEventLog) from both affected hosts. Used to search, filter, and correlate events across the attack timeline.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82312" y="1005840"/>
            <a:ext cx="416052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1005840"/>
            <a:ext cx="416052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Catalyst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536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5623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all findings, IOCs, and timeline events. Created Case IR-2023-001 with full task tracking and a detailed incident timeline from 11:36 to 11:47 UTC.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416052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71800"/>
            <a:ext cx="4160520" cy="47548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9718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YARA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" y="3502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Rules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" y="382219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custom YARA rule (Ransom_Loader_Lockbit_V3) targeting LockBit 3.0's unique binary signatures. Validated the rule against a live malware sample.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82312" y="2971800"/>
            <a:ext cx="416052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82312" y="2971800"/>
            <a:ext cx="4160520" cy="47548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718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VirusTotal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3502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Verification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82219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all 4 dropped files to VirusTotal. 100% confirmed malicious — classified as lockbit, cryptodropper, trojan shell, and trojan.python/rozena.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Incident Response Playbook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931920" cy="3611880"/>
          </a:xfrm>
          <a:prstGeom prst="rect">
            <a:avLst/>
          </a:prstGeom>
          <a:solidFill>
            <a:srgbClr val="16223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3931920" cy="475488"/>
          </a:xfrm>
          <a:prstGeom prst="rect">
            <a:avLst/>
          </a:prstGeom>
          <a:solidFill>
            <a:srgbClr val="2A3A5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Original: FRSECURE Playbook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ransomware response 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167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FRSECURE for security teams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7340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detection → containment → recovery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33009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specific dataset assumptions — general purpose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8679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our baseline starting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70832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3886200" cy="361188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005840"/>
            <a:ext cx="388620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0058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Our Modified Playbook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IOC analysis — not just one-time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56048" y="2167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YARA ruleset: update and re-deploy after each discovery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6048" y="27340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re-evaluation with lessons learned after each cycle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33009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automation via scripting for rapid endpoint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8679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handle new LockBit variants proactively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Attack: 6 Steps in 11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occurred on January 16, 2023 (UTC) — Source: Windows Sysmon Event Logs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206240" cy="1115568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356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6424" y="1289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11:36  •  win-host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6424" y="18470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captured system memory probing — attackers gathering target info.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4206240" cy="1115568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974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5511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11:38  •  win-host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" y="28163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Themselves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6424" y="3108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splunk-MonitorNoHandle.exe disguised as a legitimate Splunk tool.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58184"/>
            <a:ext cx="4206240" cy="1115568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5935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593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6424" y="3813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  •  win-host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" y="4078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Weapons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6424" y="43708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7-Zip (7zG.exe) extracted malicious archive into C:\Temp\download.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234440"/>
            <a:ext cx="4206240" cy="1115568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14356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4356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86984" y="1289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11:47  •  win-dc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6984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Attack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86984" y="18470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ConfirmEmail.exe executed on domain controller — encryption begins.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496312"/>
            <a:ext cx="4206240" cy="1115568"/>
          </a:xfrm>
          <a:prstGeom prst="rect">
            <a:avLst/>
          </a:prstGeom>
          <a:solidFill>
            <a:srgbClr val="1622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26974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86984" y="25511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11:47  •  win-dc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86984" y="28163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Ransom Notes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86984" y="3108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 README ransom note files created across network shares. (Event ID 11)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758184"/>
            <a:ext cx="4206240" cy="1115568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395935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9593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86984" y="3813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11:47  •  win-dc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86984" y="4078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Tracks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86984" y="43708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Windows Restart Manager registry keys deleted to block recovery.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Attack Worked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8992" y="113385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Masquerading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155448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named splunk-MonitorNoHandle.exe — nearly identical to real Splunk software. Run as NT AUTHORITY\SYSTEM from C:\Windows\system32\, fooling security tools.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82312" y="1005840"/>
            <a:ext cx="416052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49824" y="113385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Payload Delivery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49824" y="155448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7zG.exe decompressed a malicious archive into C:\Temp\download, dropping 20+ files including LB3.exe, ConfirmEmail.exe, cipher.sh, anubis.sh and more.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416052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815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78992" y="3099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Encryption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5204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ConfirmEmail.exe encrypted Office docs, databases, and archives using asymmetric encryption. 749 ransom notes appeared network-wide in under 1 second.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82312" y="2971800"/>
            <a:ext cx="416052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30815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49824" y="3099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Anti-Recovery Cleanup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49824" y="35204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Windows Restart Manager registry keys (HKCU\...\RestartManager\Session0000) deleted — removing the OS's ability to auto-recover encrypted files.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Intelligence &amp; IOCs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files confirmed 100% malicious via VirusTotal  |  Extracted from C:\Temp\download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993392" cy="100584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7099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notes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143000"/>
            <a:ext cx="1993392" cy="100584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118872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78608" y="17099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keys deleted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5736" y="1143000"/>
            <a:ext cx="1993392" cy="100584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118872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45736" y="17099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malware files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12864" y="1143000"/>
            <a:ext cx="1993392" cy="100584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18872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min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12864" y="17099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attack duration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40280"/>
          <a:ext cx="8321040" cy="265176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920240"/>
                <a:gridCol w="2560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File 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VirusTotal Classification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MD5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SHA256 (partial)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ConfirmEmail.exe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LockBit 3.0 — main payload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75256873...C1097C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068CA3E9...1D3FFD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cipher.sh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Cryptodropper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B8D67780...0708DED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8B6B5BEB...6D55C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anubis.sh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Trojan shell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8EBDBF11...77CA4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FC1BB578...C856E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</a:rPr>
                        <a:t>8082-x86.py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Trojan.Python/Rozena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1643CA19...1AF80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89E93E9C...D935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Response: Playbook in 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our modified FRSECURE playbook — 10 steps across 3 phases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7432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274320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Contain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1-3: Detect, Scope, Contain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239572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via abnormal Sysmon log patterns in Splunk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303580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2 affected hosts &amp; network segments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367588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isolated win-host &amp; win-dc to stop spread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143000"/>
            <a:ext cx="27432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143000"/>
            <a:ext cx="2743200" cy="475488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430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&amp; Remove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4-6: Analyze, Identify, Remediate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47288" y="239572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 forensics &amp; IOC extraction in Splunk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7288" y="303580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as LockBit 3.0 via VirusTotal + YARA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47288" y="367588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Wiped malware, reimaged both infected systems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143000"/>
            <a:ext cx="2743200" cy="365760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143000"/>
            <a:ext cx="2743200" cy="47548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1430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&amp; Prevent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7-10: Verify, Review, Update, Monitor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73368" y="239572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 reinfection — full data recovery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73368" y="303580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lessons learned document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73368" y="367588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IPS/IDS/Firewall rules with extracted IOCs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73368" y="431596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continuous monitoring for LockBit IOCs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solidFill>
            <a:srgbClr val="1B3A5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Medium-High  |  Scope: 2 Hosts, No Lateral Movement  |  Case: IR-2023-001 (Documented in Catalyst)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Stay Safe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5740" y="1005840"/>
            <a:ext cx="27432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5740" y="1115568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582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 Backup Rule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of data, on 2 media types, with 1 copy offline. Ransomware can't encrypt what it can't reach.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7540" y="1005840"/>
            <a:ext cx="27432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7540" y="1115568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🎣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1762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Training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8980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ransomware enters via phishing emails. Train everyone to spot suspicious links before clicking.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9340" y="1005840"/>
            <a:ext cx="27432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9340" y="1115568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8942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Detection Rules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0780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YARA rules, IDS/IPS and EDR signatures current. Our LockBit YARA rule can now auto-detect this variant.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2971800"/>
            <a:ext cx="27432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081528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3172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356616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network into zones. If ransomware hits one zone, it can't jump to others — limiting damage.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2743200" cy="1828800"/>
          </a:xfrm>
          <a:prstGeom prst="rect">
            <a:avLst/>
          </a:prstGeom>
          <a:solidFill>
            <a:srgbClr val="162232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081528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56616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apps should only have permissions they truly need. Limit how far an attacker can spread.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65836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060704"/>
            <a:ext cx="7452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LockBit moved from first contact to full encryption in under 11 minutes — speed matters in ransomware defense.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658368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1865376"/>
            <a:ext cx="7452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disguise malware as trusted tools (masquerading). Never trust a process name alone.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15184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15184"/>
            <a:ext cx="658368" cy="71323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15184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2670048"/>
            <a:ext cx="7452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Sysmon logs let us reconstruct every step of the attack and extract all 4 confirmed IOCs.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19856"/>
            <a:ext cx="658368" cy="71323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1985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3474720"/>
            <a:ext cx="7452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modified playbook's continuous IOC loop — analyze, build YARA, deploy, repeat — is more resilient than a one-time response.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224528"/>
            <a:ext cx="8321040" cy="713232"/>
          </a:xfrm>
          <a:prstGeom prst="rect">
            <a:avLst/>
          </a:prstGeom>
          <a:solidFill>
            <a:srgbClr val="16223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224528"/>
            <a:ext cx="658368" cy="71323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2452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0432" y="4279392"/>
            <a:ext cx="7452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correct IOC detection, a structured playbook, and layered defense, ransomware attacks can be fully recovered from.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9194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is fast — but so is a prepared team.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LockBit 3.0 Ransomware – Forensic Analysis</dc:title>
  <dc:subject>PptxGenJS Presentation</dc:subject>
  <dc:creator>PptxGenJS</dc:creator>
  <cp:lastModifiedBy>PptxGenJS</cp:lastModifiedBy>
  <cp:revision>1</cp:revision>
  <dcterms:created xsi:type="dcterms:W3CDTF">2026-04-27T23:43:17Z</dcterms:created>
  <dcterms:modified xsi:type="dcterms:W3CDTF">2026-04-27T23:43:17Z</dcterms:modified>
</cp:coreProperties>
</file>